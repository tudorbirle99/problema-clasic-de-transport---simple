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8786C6-680B-4B0A-8B18-6FF58BB3D1C4}" v="7" dt="2021-10-18T19:54:16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124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885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85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33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03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524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486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678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335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168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096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7654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368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440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622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4576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05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928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365969D-5CE8-4BF7-9D81-94E35F246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6214" y="1788454"/>
            <a:ext cx="9739953" cy="2098226"/>
          </a:xfrm>
        </p:spPr>
        <p:txBody>
          <a:bodyPr/>
          <a:lstStyle/>
          <a:p>
            <a:r>
              <a:rPr lang="en-US" dirty="0"/>
              <a:t>TRANSPORT PROBLEM SIMPLE: </a:t>
            </a:r>
            <a:r>
              <a:rPr lang="en-US" dirty="0" err="1"/>
              <a:t>tema</a:t>
            </a:r>
            <a:r>
              <a:rPr lang="en-US" dirty="0"/>
              <a:t> 2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5A496D3E-575B-4BFE-90FC-70F0F4EE4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6213" y="3982912"/>
            <a:ext cx="9739953" cy="1086237"/>
          </a:xfrm>
        </p:spPr>
        <p:txBody>
          <a:bodyPr/>
          <a:lstStyle/>
          <a:p>
            <a:r>
              <a:rPr lang="en-US" dirty="0"/>
              <a:t>Student: Birle Tudor</a:t>
            </a:r>
          </a:p>
        </p:txBody>
      </p:sp>
    </p:spTree>
    <p:extLst>
      <p:ext uri="{BB962C8B-B14F-4D97-AF65-F5344CB8AC3E}">
        <p14:creationId xmlns:p14="http://schemas.microsoft.com/office/powerpoint/2010/main" val="1115783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634CB72-031A-4C5F-82DF-8C4A5883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Pași pentru rezolvare</a:t>
            </a:r>
            <a:r>
              <a:rPr lang="en-US" dirty="0"/>
              <a:t>: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711A697-2221-463D-A9E0-6F991AA47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77122"/>
            <a:ext cx="9601200" cy="3581400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 err="1"/>
              <a:t>Citirea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din </a:t>
            </a:r>
            <a:r>
              <a:rPr lang="en-US" dirty="0" err="1"/>
              <a:t>fisier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algoritmilor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aflarea</a:t>
            </a:r>
            <a:r>
              <a:rPr lang="en-US" dirty="0"/>
              <a:t> </a:t>
            </a:r>
            <a:r>
              <a:rPr lang="en-US" dirty="0" err="1"/>
              <a:t>costului</a:t>
            </a:r>
            <a:r>
              <a:rPr lang="en-US" dirty="0"/>
              <a:t> minim:</a:t>
            </a:r>
          </a:p>
          <a:p>
            <a:pPr lvl="1">
              <a:buFontTx/>
              <a:buChar char="-"/>
            </a:pPr>
            <a:r>
              <a:rPr lang="en-US" dirty="0" err="1"/>
              <a:t>nord</a:t>
            </a:r>
            <a:r>
              <a:rPr lang="en-US" dirty="0"/>
              <a:t>-vest</a:t>
            </a:r>
          </a:p>
          <a:p>
            <a:pPr lvl="1">
              <a:buFontTx/>
              <a:buChar char="-"/>
            </a:pPr>
            <a:r>
              <a:rPr lang="en-US" dirty="0"/>
              <a:t>minim pe </a:t>
            </a:r>
            <a:r>
              <a:rPr lang="en-US" dirty="0" err="1"/>
              <a:t>linie</a:t>
            </a:r>
            <a:endParaRPr lang="en-US" dirty="0"/>
          </a:p>
          <a:p>
            <a:pPr lvl="1">
              <a:buFontTx/>
              <a:buChar char="-"/>
            </a:pPr>
            <a:r>
              <a:rPr lang="en-US" dirty="0"/>
              <a:t>minim in </a:t>
            </a:r>
            <a:r>
              <a:rPr lang="en-US" dirty="0" err="1"/>
              <a:t>matrice</a:t>
            </a:r>
            <a:endParaRPr lang="en-US" dirty="0"/>
          </a:p>
          <a:p>
            <a:pPr lvl="1">
              <a:buFontTx/>
              <a:buChar char="-"/>
            </a:pPr>
            <a:r>
              <a:rPr lang="en-US" dirty="0" err="1"/>
              <a:t>aproximare</a:t>
            </a:r>
            <a:r>
              <a:rPr lang="en-US" dirty="0"/>
              <a:t> Vogel</a:t>
            </a:r>
          </a:p>
          <a:p>
            <a:pPr marL="457200" indent="-457200">
              <a:buAutoNum type="arabicPeriod"/>
            </a:pPr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rezultatului</a:t>
            </a:r>
            <a:r>
              <a:rPr lang="en-US" dirty="0"/>
              <a:t> </a:t>
            </a:r>
            <a:r>
              <a:rPr lang="en-US" dirty="0" err="1"/>
              <a:t>optim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 err="1"/>
              <a:t>Creearea</a:t>
            </a:r>
            <a:r>
              <a:rPr lang="en-US" dirty="0"/>
              <a:t> </a:t>
            </a:r>
            <a:r>
              <a:rPr lang="en-US" dirty="0" err="1"/>
              <a:t>fisierelor</a:t>
            </a:r>
            <a:r>
              <a:rPr lang="en-US" dirty="0"/>
              <a:t> de output</a:t>
            </a:r>
          </a:p>
        </p:txBody>
      </p:sp>
    </p:spTree>
    <p:extLst>
      <p:ext uri="{BB962C8B-B14F-4D97-AF65-F5344CB8AC3E}">
        <p14:creationId xmlns:p14="http://schemas.microsoft.com/office/powerpoint/2010/main" val="3370634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u 1">
            <a:extLst>
              <a:ext uri="{FF2B5EF4-FFF2-40B4-BE49-F238E27FC236}">
                <a16:creationId xmlns:a16="http://schemas.microsoft.com/office/drawing/2014/main" id="{3634CB72-031A-4C5F-82DF-8C4A5883D432}"/>
              </a:ext>
            </a:extLst>
          </p:cNvPr>
          <p:cNvSpPr>
            <a:spLocks noGrp="1"/>
          </p:cNvSpPr>
          <p:nvPr/>
        </p:nvSpPr>
        <p:spPr>
          <a:xfrm>
            <a:off x="1295400" y="116205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Fisiere</a:t>
            </a:r>
            <a:r>
              <a:rPr lang="en-US" dirty="0"/>
              <a:t> de </a:t>
            </a:r>
            <a:r>
              <a:rPr lang="en-US" dirty="0" err="1"/>
              <a:t>iesire</a:t>
            </a:r>
            <a:r>
              <a:rPr lang="en-US" dirty="0"/>
              <a:t>:</a:t>
            </a:r>
          </a:p>
        </p:txBody>
      </p:sp>
      <p:sp>
        <p:nvSpPr>
          <p:cNvPr id="12" name="Substituent conținut 2">
            <a:extLst>
              <a:ext uri="{FF2B5EF4-FFF2-40B4-BE49-F238E27FC236}">
                <a16:creationId xmlns:a16="http://schemas.microsoft.com/office/drawing/2014/main" id="{B711A697-2221-463D-A9E0-6F991AA479C0}"/>
              </a:ext>
            </a:extLst>
          </p:cNvPr>
          <p:cNvSpPr>
            <a:spLocks noGrp="1"/>
          </p:cNvSpPr>
          <p:nvPr/>
        </p:nvSpPr>
        <p:spPr>
          <a:xfrm>
            <a:off x="1295400" y="211455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fisier</a:t>
            </a:r>
            <a:r>
              <a:rPr lang="en-US" dirty="0"/>
              <a:t>:	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matricea</a:t>
            </a:r>
            <a:r>
              <a:rPr lang="en-US" dirty="0"/>
              <a:t> cu </a:t>
            </a:r>
            <a:r>
              <a:rPr lang="en-US" dirty="0" err="1"/>
              <a:t>cantitati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transportate</a:t>
            </a:r>
            <a:r>
              <a:rPr lang="en-US" dirty="0"/>
              <a:t> de la un </a:t>
            </a:r>
            <a:r>
              <a:rPr lang="en-US" dirty="0" err="1"/>
              <a:t>depozit</a:t>
            </a:r>
            <a:r>
              <a:rPr lang="en-US" dirty="0"/>
              <a:t> la un </a:t>
            </a:r>
            <a:r>
              <a:rPr lang="en-US" dirty="0" err="1"/>
              <a:t>magazin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dirty="0" err="1"/>
              <a:t>costul</a:t>
            </a:r>
            <a:r>
              <a:rPr lang="en-US" dirty="0"/>
              <a:t> minim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fisierele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- un </a:t>
            </a:r>
            <a:r>
              <a:rPr lang="en-US" dirty="0" err="1"/>
              <a:t>fisier</a:t>
            </a:r>
            <a:r>
              <a:rPr lang="en-US" dirty="0"/>
              <a:t> .csv cu date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minimul</a:t>
            </a:r>
            <a:r>
              <a:rPr lang="en-US" dirty="0"/>
              <a:t> </a:t>
            </a:r>
            <a:r>
              <a:rPr lang="en-US" dirty="0" err="1"/>
              <a:t>obtinut</a:t>
            </a:r>
            <a:r>
              <a:rPr lang="en-US" dirty="0"/>
              <a:t> de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algoritm</a:t>
            </a:r>
            <a:r>
              <a:rPr lang="en-US" dirty="0"/>
              <a:t>, </a:t>
            </a:r>
            <a:r>
              <a:rPr lang="en-US" dirty="0" err="1"/>
              <a:t>numarul</a:t>
            </a:r>
            <a:r>
              <a:rPr lang="en-US" dirty="0"/>
              <a:t> de </a:t>
            </a:r>
            <a:r>
              <a:rPr lang="en-US" dirty="0" err="1"/>
              <a:t>iteratii</a:t>
            </a:r>
            <a:r>
              <a:rPr lang="en-US" dirty="0"/>
              <a:t>, </a:t>
            </a:r>
            <a:r>
              <a:rPr lang="en-US" dirty="0" err="1"/>
              <a:t>timp</a:t>
            </a:r>
            <a:r>
              <a:rPr lang="en-US" dirty="0"/>
              <a:t> de </a:t>
            </a:r>
            <a:r>
              <a:rPr lang="en-US" dirty="0" err="1"/>
              <a:t>executie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986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7AA5F20-15C0-48E5-AFE4-9BA8B2D27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Rezultate</a:t>
            </a:r>
            <a:endParaRPr lang="en-US" dirty="0"/>
          </a:p>
        </p:txBody>
      </p:sp>
      <p:pic>
        <p:nvPicPr>
          <p:cNvPr id="4" name="Picture 3" descr="A screenshot of a table&#10;&#10;Description automatically generated">
            <a:extLst>
              <a:ext uri="{FF2B5EF4-FFF2-40B4-BE49-F238E27FC236}">
                <a16:creationId xmlns:a16="http://schemas.microsoft.com/office/drawing/2014/main" id="{67014137-453D-6688-8D96-F311D590A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68" y="1313756"/>
            <a:ext cx="5186043" cy="294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03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7AA5F20-15C0-48E5-AFE4-9BA8B2D27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3D984D-74B2-4F9B-8199-823A08423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57451"/>
            <a:ext cx="2571750" cy="1847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F9E700-0ED2-4449-8328-CDD8DC13C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780" y="2076451"/>
            <a:ext cx="7010400" cy="2609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E7496D-77F0-404B-B9D0-427D2D642DBF}"/>
              </a:ext>
            </a:extLst>
          </p:cNvPr>
          <p:cNvSpPr txBox="1"/>
          <p:nvPr/>
        </p:nvSpPr>
        <p:spPr>
          <a:xfrm>
            <a:off x="1591056" y="4259318"/>
            <a:ext cx="257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small_instance_01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014B39-3464-4858-A5A8-C2F551ACC688}"/>
              </a:ext>
            </a:extLst>
          </p:cNvPr>
          <p:cNvSpPr txBox="1"/>
          <p:nvPr/>
        </p:nvSpPr>
        <p:spPr>
          <a:xfrm>
            <a:off x="7059168" y="4773168"/>
            <a:ext cx="3913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medium_instance_01</a:t>
            </a:r>
          </a:p>
        </p:txBody>
      </p:sp>
    </p:spTree>
    <p:extLst>
      <p:ext uri="{BB962C8B-B14F-4D97-AF65-F5344CB8AC3E}">
        <p14:creationId xmlns:p14="http://schemas.microsoft.com/office/powerpoint/2010/main" val="31829755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66</TotalTime>
  <Words>106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TRANSPORT PROBLEM SIMPLE: tema 2</vt:lpstr>
      <vt:lpstr>Pași pentru rezolvare:</vt:lpstr>
      <vt:lpstr>PowerPoint Presentation</vt:lpstr>
      <vt:lpstr>Rezultate</vt:lpstr>
      <vt:lpstr>Rezultate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 tables: tema 1</dc:title>
  <dc:creator>Andra Cristina Sighiartau</dc:creator>
  <cp:lastModifiedBy>Iulia - Emanuela Birle</cp:lastModifiedBy>
  <cp:revision>11</cp:revision>
  <dcterms:created xsi:type="dcterms:W3CDTF">2021-10-11T13:51:53Z</dcterms:created>
  <dcterms:modified xsi:type="dcterms:W3CDTF">2025-01-13T17:00:24Z</dcterms:modified>
</cp:coreProperties>
</file>